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Medicine Finder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smart way to locate nearby pharmacies with real‑time medicine availability.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People often don't know which nearby medical shop has a specific medicine in stock, leading to time loss and stress.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web/app platform that helps users instantly check medicine availability in nearby pharmacies.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User searches medicine</a:t>
            </a:r>
          </a:p>
          <a:p>
            <a:r>
              <a:t>2. System checks availability in registered pharmacies</a:t>
            </a:r>
          </a:p>
          <a:p>
            <a:r>
              <a:t>3. Displays stock, price &amp; distance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Saves time</a:t>
            </a:r>
          </a:p>
          <a:p>
            <a:r>
              <a:t>✔ Avoids visiting multiple shops</a:t>
            </a:r>
          </a:p>
          <a:p>
            <a:r>
              <a:t>✔ Helps during emergencies</a:t>
            </a:r>
          </a:p>
          <a:p>
            <a:r>
              <a:t>✔ Provides accurate real‑time info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 Pharmacies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✔ Increased customer reach</a:t>
            </a:r>
          </a:p>
          <a:p>
            <a:r>
              <a:t>✔ Easy stock updates</a:t>
            </a:r>
          </a:p>
          <a:p>
            <a:r>
              <a:t>✔ Transparent communication with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